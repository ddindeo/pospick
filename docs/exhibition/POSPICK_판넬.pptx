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30275213" cy="213836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14" y="-29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77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2057278" y="594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 err="1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컴퓨터SW</a:t>
            </a:r>
            <a:r>
              <a:rPr lang="en-US" sz="28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졸업작품 전시회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19555358" cy="45720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737360" y="2057400"/>
            <a:ext cx="11430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</a:t>
            </a:r>
            <a:r>
              <a:rPr lang="en-US" sz="150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</a:t>
            </a:r>
            <a:endParaRPr lang="en-US" sz="150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4389120"/>
            <a:ext cx="1280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</a:t>
            </a:r>
            <a:r>
              <a:rPr lang="en-US" sz="4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46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부스를</a:t>
            </a:r>
            <a:r>
              <a:rPr lang="en-US" sz="4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위한 웹 POS 시스템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530352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단말기 · 사업자등록 · 구독료 없이, URL 하나로 시작하는 현장 판매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4709038" y="2377440"/>
            <a:ext cx="5029200" cy="32918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4709038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4709038" y="3177539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컴퓨터SW</a:t>
            </a:r>
            <a:r>
              <a:rPr lang="en-US" sz="3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21017019</a:t>
            </a:r>
          </a:p>
          <a:p>
            <a:pPr marL="0" indent="0" algn="ctr">
              <a:buNone/>
            </a:pPr>
            <a:r>
              <a:rPr lang="en-US" sz="3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ko-KR" altLang="en-US" sz="3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김진서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665683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6656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목적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786384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동인 행사·플리마켓 부스의 거래는 대부분 현금과 계좌이체로 이루어지지만, 기존 모바일 POS는 카드 단말기·사업자등록·월 구독료를 전제로 해 개인 판매자에게 맞지 않습니다.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94183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암산·거스름돈 실수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100126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바쁜 현장에서 합계와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거스름돈 계산 오류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94183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매출 정리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100126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종료 후 판매 내역을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다시 정리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11247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파악 어려움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11841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수량을 몰라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품절·과잉 재고 발생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11247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주최측 데이터 부재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118414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부스·품목이 잘 팔렸는지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 수 없는 주최측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30838"/>
              </p:ext>
            </p:extLst>
          </p:nvPr>
        </p:nvGraphicFramePr>
        <p:xfrm>
          <a:off x="11064240" y="7863840"/>
          <a:ext cx="9405518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0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POS 앱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POSPICK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단말기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단위 운영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행사별 데이터 분리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구독료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1~5만 원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앱스토어 다운로드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접속만으로 실행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환경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위주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· Android · PC</a:t>
                      </a:r>
                      <a:endParaRPr lang="en-US" sz="2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28600" marR="182880" marT="0" marB="0" anchor="ctr">
                    <a:lnL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914400" y="1310335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5200" dirty="0"/>
          </a:p>
        </p:txBody>
      </p:sp>
      <p:sp>
        <p:nvSpPr>
          <p:cNvPr id="25" name="Text 22"/>
          <p:cNvSpPr txBox="1"/>
          <p:nvPr/>
        </p:nvSpPr>
        <p:spPr>
          <a:xfrm>
            <a:off x="2240280" y="1310335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기술</a:t>
            </a:r>
            <a:endParaRPr lang="en-US" sz="52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1440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3200400" y="1442008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Chart.js · SheetJS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" y="1545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3200400" y="154716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· Spring Boot 4 · Spring Security · JWT · JPA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914400" y="16504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3200400" y="1652320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" y="17556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· AI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3200400" y="1757476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 · Google Gemini API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11064240" y="14401800"/>
            <a:ext cx="9405518" cy="4206240"/>
          </a:xfrm>
          <a:prstGeom prst="roundRect">
            <a:avLst>
              <a:gd name="adj" fmla="val 5435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11384280" y="14813280"/>
            <a:ext cx="19202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11384280" y="14977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SELLER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11475720" y="154350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화면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1384280" y="16596360"/>
            <a:ext cx="19202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11384280" y="16760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ORGANIZER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11475720" y="172181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화면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3761720" y="14813280"/>
            <a:ext cx="1828800" cy="32004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13761720" y="14977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13853160" y="15435072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Chart.js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SheetJS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6047720" y="14813280"/>
            <a:ext cx="2194560" cy="32004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16047720" y="14977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2000" dirty="0"/>
          </a:p>
        </p:txBody>
      </p:sp>
      <p:sp>
        <p:nvSpPr>
          <p:cNvPr id="46" name="Text 43"/>
          <p:cNvSpPr txBox="1"/>
          <p:nvPr/>
        </p:nvSpPr>
        <p:spPr>
          <a:xfrm>
            <a:off x="16139160" y="15435072"/>
            <a:ext cx="2011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인증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18699480" y="14813280"/>
            <a:ext cx="1450238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18699480" y="14813280"/>
            <a:ext cx="14502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18699480" y="15956280"/>
            <a:ext cx="1450238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18699480" y="15956280"/>
            <a:ext cx="14502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18699480" y="17099280"/>
            <a:ext cx="1450238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18699480" y="17099280"/>
            <a:ext cx="14502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API</a:t>
            </a:r>
            <a:endParaRPr lang="en-US" sz="2000" dirty="0"/>
          </a:p>
        </p:txBody>
      </p:sp>
      <p:sp>
        <p:nvSpPr>
          <p:cNvPr id="53" name="Shape 50"/>
          <p:cNvSpPr/>
          <p:nvPr/>
        </p:nvSpPr>
        <p:spPr>
          <a:xfrm>
            <a:off x="13304520" y="15517368"/>
            <a:ext cx="4572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13304520" y="17300448"/>
            <a:ext cx="4572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15590520" y="16504920"/>
            <a:ext cx="4572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18242280" y="15270480"/>
            <a:ext cx="4572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18242280" y="16413480"/>
            <a:ext cx="4572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18242280" y="17556480"/>
            <a:ext cx="4572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914400" y="19046952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5200" dirty="0"/>
          </a:p>
        </p:txBody>
      </p:sp>
      <p:sp>
        <p:nvSpPr>
          <p:cNvPr id="60" name="Text 57"/>
          <p:cNvSpPr txBox="1"/>
          <p:nvPr/>
        </p:nvSpPr>
        <p:spPr>
          <a:xfrm>
            <a:off x="2240280" y="1904695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기능</a:t>
            </a:r>
            <a:endParaRPr lang="en-US" sz="5200" dirty="0"/>
          </a:p>
        </p:txBody>
      </p:sp>
      <p:sp>
        <p:nvSpPr>
          <p:cNvPr id="61" name="Text 58"/>
          <p:cNvSpPr txBox="1"/>
          <p:nvPr/>
        </p:nvSpPr>
        <p:spPr>
          <a:xfrm>
            <a:off x="914400" y="20345400"/>
            <a:ext cx="2939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주최자</a:t>
            </a:r>
            <a:endParaRPr lang="en-US" sz="2200" dirty="0"/>
          </a:p>
        </p:txBody>
      </p:sp>
      <p:sp>
        <p:nvSpPr>
          <p:cNvPr id="62" name="Text 59"/>
          <p:cNvSpPr txBox="1"/>
          <p:nvPr/>
        </p:nvSpPr>
        <p:spPr>
          <a:xfrm>
            <a:off x="914400" y="20848320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생성</a:t>
            </a:r>
            <a:endParaRPr lang="en-US" sz="2400" dirty="0"/>
          </a:p>
        </p:txBody>
      </p:sp>
      <p:sp>
        <p:nvSpPr>
          <p:cNvPr id="63" name="Text 60"/>
          <p:cNvSpPr txBox="1"/>
          <p:nvPr/>
        </p:nvSpPr>
        <p:spPr>
          <a:xfrm>
            <a:off x="914400" y="21305520"/>
            <a:ext cx="2939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옵션 설정</a:t>
            </a:r>
            <a:endParaRPr lang="en-US" sz="1700" dirty="0"/>
          </a:p>
        </p:txBody>
      </p:sp>
      <p:sp>
        <p:nvSpPr>
          <p:cNvPr id="64" name="Text 61"/>
          <p:cNvSpPr txBox="1"/>
          <p:nvPr/>
        </p:nvSpPr>
        <p:spPr>
          <a:xfrm>
            <a:off x="4237634" y="20345400"/>
            <a:ext cx="2939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판매자</a:t>
            </a:r>
            <a:endParaRPr lang="en-US" sz="2200" dirty="0"/>
          </a:p>
        </p:txBody>
      </p:sp>
      <p:sp>
        <p:nvSpPr>
          <p:cNvPr id="65" name="Text 62"/>
          <p:cNvSpPr txBox="1"/>
          <p:nvPr/>
        </p:nvSpPr>
        <p:spPr>
          <a:xfrm>
            <a:off x="4237634" y="20848320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신청</a:t>
            </a:r>
            <a:endParaRPr lang="en-US" sz="2400" dirty="0"/>
          </a:p>
        </p:txBody>
      </p:sp>
      <p:sp>
        <p:nvSpPr>
          <p:cNvPr id="66" name="Text 63"/>
          <p:cNvSpPr txBox="1"/>
          <p:nvPr/>
        </p:nvSpPr>
        <p:spPr>
          <a:xfrm>
            <a:off x="4237634" y="21305520"/>
            <a:ext cx="2939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동의</a:t>
            </a:r>
            <a:endParaRPr lang="en-US" sz="1700" dirty="0"/>
          </a:p>
        </p:txBody>
      </p:sp>
      <p:sp>
        <p:nvSpPr>
          <p:cNvPr id="67" name="Text 64"/>
          <p:cNvSpPr txBox="1"/>
          <p:nvPr/>
        </p:nvSpPr>
        <p:spPr>
          <a:xfrm>
            <a:off x="7560869" y="20345400"/>
            <a:ext cx="2939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주최자</a:t>
            </a:r>
            <a:endParaRPr lang="en-US" sz="2200" dirty="0"/>
          </a:p>
        </p:txBody>
      </p:sp>
      <p:sp>
        <p:nvSpPr>
          <p:cNvPr id="68" name="Text 65"/>
          <p:cNvSpPr txBox="1"/>
          <p:nvPr/>
        </p:nvSpPr>
        <p:spPr>
          <a:xfrm>
            <a:off x="7560869" y="20848320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/ 거절</a:t>
            </a:r>
            <a:endParaRPr lang="en-US" sz="2400" dirty="0"/>
          </a:p>
        </p:txBody>
      </p:sp>
      <p:sp>
        <p:nvSpPr>
          <p:cNvPr id="69" name="Text 66"/>
          <p:cNvSpPr txBox="1"/>
          <p:nvPr/>
        </p:nvSpPr>
        <p:spPr>
          <a:xfrm>
            <a:off x="7560869" y="21305520"/>
            <a:ext cx="2939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목록 관리</a:t>
            </a:r>
            <a:endParaRPr lang="en-US" sz="1700" dirty="0"/>
          </a:p>
        </p:txBody>
      </p:sp>
      <p:sp>
        <p:nvSpPr>
          <p:cNvPr id="70" name="Text 67"/>
          <p:cNvSpPr txBox="1"/>
          <p:nvPr/>
        </p:nvSpPr>
        <p:spPr>
          <a:xfrm>
            <a:off x="10884103" y="20345400"/>
            <a:ext cx="2939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판매자</a:t>
            </a:r>
            <a:endParaRPr lang="en-US" sz="2200" dirty="0"/>
          </a:p>
        </p:txBody>
      </p:sp>
      <p:sp>
        <p:nvSpPr>
          <p:cNvPr id="71" name="Text 68"/>
          <p:cNvSpPr txBox="1"/>
          <p:nvPr/>
        </p:nvSpPr>
        <p:spPr>
          <a:xfrm>
            <a:off x="10884103" y="20848320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등록</a:t>
            </a:r>
            <a:endParaRPr lang="en-US" sz="2400" dirty="0"/>
          </a:p>
        </p:txBody>
      </p:sp>
      <p:sp>
        <p:nvSpPr>
          <p:cNvPr id="72" name="Text 69"/>
          <p:cNvSpPr txBox="1"/>
          <p:nvPr/>
        </p:nvSpPr>
        <p:spPr>
          <a:xfrm>
            <a:off x="10884103" y="21305520"/>
            <a:ext cx="2939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업로드 · AI 분류</a:t>
            </a:r>
            <a:endParaRPr lang="en-US" sz="1700" dirty="0"/>
          </a:p>
        </p:txBody>
      </p:sp>
      <p:sp>
        <p:nvSpPr>
          <p:cNvPr id="73" name="Text 70"/>
          <p:cNvSpPr txBox="1"/>
          <p:nvPr/>
        </p:nvSpPr>
        <p:spPr>
          <a:xfrm>
            <a:off x="14207338" y="20345400"/>
            <a:ext cx="2939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판매자</a:t>
            </a:r>
            <a:endParaRPr lang="en-US" sz="2200" dirty="0"/>
          </a:p>
        </p:txBody>
      </p:sp>
      <p:sp>
        <p:nvSpPr>
          <p:cNvPr id="74" name="Text 71"/>
          <p:cNvSpPr txBox="1"/>
          <p:nvPr/>
        </p:nvSpPr>
        <p:spPr>
          <a:xfrm>
            <a:off x="14207338" y="20848320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판매</a:t>
            </a:r>
            <a:endParaRPr lang="en-US" sz="2400" dirty="0"/>
          </a:p>
        </p:txBody>
      </p:sp>
      <p:sp>
        <p:nvSpPr>
          <p:cNvPr id="75" name="Text 72"/>
          <p:cNvSpPr txBox="1"/>
          <p:nvPr/>
        </p:nvSpPr>
        <p:spPr>
          <a:xfrm>
            <a:off x="14207338" y="21305520"/>
            <a:ext cx="2939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자동 차감</a:t>
            </a:r>
            <a:endParaRPr lang="en-US" sz="1700" dirty="0"/>
          </a:p>
        </p:txBody>
      </p:sp>
      <p:sp>
        <p:nvSpPr>
          <p:cNvPr id="76" name="Text 73"/>
          <p:cNvSpPr txBox="1"/>
          <p:nvPr/>
        </p:nvSpPr>
        <p:spPr>
          <a:xfrm>
            <a:off x="17530572" y="20345400"/>
            <a:ext cx="2939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공통</a:t>
            </a:r>
            <a:endParaRPr lang="en-US" sz="2200" dirty="0"/>
          </a:p>
        </p:txBody>
      </p:sp>
      <p:sp>
        <p:nvSpPr>
          <p:cNvPr id="77" name="Text 74"/>
          <p:cNvSpPr txBox="1"/>
          <p:nvPr/>
        </p:nvSpPr>
        <p:spPr>
          <a:xfrm>
            <a:off x="17530572" y="20848320"/>
            <a:ext cx="293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· 정산</a:t>
            </a:r>
            <a:endParaRPr lang="en-US" sz="2400" dirty="0"/>
          </a:p>
        </p:txBody>
      </p:sp>
      <p:sp>
        <p:nvSpPr>
          <p:cNvPr id="78" name="Text 75"/>
          <p:cNvSpPr txBox="1"/>
          <p:nvPr/>
        </p:nvSpPr>
        <p:spPr>
          <a:xfrm>
            <a:off x="17530572" y="21305520"/>
            <a:ext cx="2939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· 엑셀 추출</a:t>
            </a:r>
            <a:endParaRPr lang="en-US" sz="1700" dirty="0"/>
          </a:p>
        </p:txBody>
      </p:sp>
      <p:sp>
        <p:nvSpPr>
          <p:cNvPr id="79" name="Text 76"/>
          <p:cNvSpPr txBox="1"/>
          <p:nvPr/>
        </p:nvSpPr>
        <p:spPr>
          <a:xfrm>
            <a:off x="914400" y="22082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계정</a:t>
            </a:r>
            <a:endParaRPr lang="en-US" sz="2800" dirty="0"/>
          </a:p>
        </p:txBody>
      </p:sp>
      <p:sp>
        <p:nvSpPr>
          <p:cNvPr id="80" name="Text 77"/>
          <p:cNvSpPr txBox="1"/>
          <p:nvPr/>
        </p:nvSpPr>
        <p:spPr>
          <a:xfrm>
            <a:off x="914400" y="22768560"/>
            <a:ext cx="6217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/ 로그인 (JWT)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ORGANIZER · SELLER 역할 분리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API 접근 제어</a:t>
            </a:r>
            <a:endParaRPr lang="en-US" sz="2000" dirty="0"/>
          </a:p>
        </p:txBody>
      </p:sp>
      <p:sp>
        <p:nvSpPr>
          <p:cNvPr id="81" name="Text 78"/>
          <p:cNvSpPr txBox="1"/>
          <p:nvPr/>
        </p:nvSpPr>
        <p:spPr>
          <a:xfrm>
            <a:off x="7589520" y="22082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관리 (주최자)</a:t>
            </a:r>
            <a:endParaRPr lang="en-US" sz="2800" dirty="0"/>
          </a:p>
        </p:txBody>
      </p:sp>
      <p:sp>
        <p:nvSpPr>
          <p:cNvPr id="82" name="Text 79"/>
          <p:cNvSpPr txBox="1"/>
          <p:nvPr/>
        </p:nvSpPr>
        <p:spPr>
          <a:xfrm>
            <a:off x="7589520" y="22768560"/>
            <a:ext cx="6217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생성 / 삭제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· 재고 수집 옵션 설정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신청 승인 / 거절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 · 진행중 · 종료 자동 표시</a:t>
            </a:r>
            <a:endParaRPr lang="en-US" sz="2000" dirty="0"/>
          </a:p>
        </p:txBody>
      </p:sp>
      <p:sp>
        <p:nvSpPr>
          <p:cNvPr id="83" name="Text 80"/>
          <p:cNvSpPr txBox="1"/>
          <p:nvPr/>
        </p:nvSpPr>
        <p:spPr>
          <a:xfrm>
            <a:off x="914400" y="24688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 운영 (판매자)</a:t>
            </a:r>
            <a:endParaRPr lang="en-US" sz="2800" dirty="0"/>
          </a:p>
        </p:txBody>
      </p:sp>
      <p:sp>
        <p:nvSpPr>
          <p:cNvPr id="84" name="Text 81"/>
          <p:cNvSpPr txBox="1"/>
          <p:nvPr/>
        </p:nvSpPr>
        <p:spPr>
          <a:xfrm>
            <a:off x="914400" y="25374600"/>
            <a:ext cx="6217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검색 · 참가 신청 (수집 동의)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</a:t>
            </a: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CRUD, AWS S3 이미지 업로드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AI 카테고리 자동 분류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부족 시 매진 임박 뱃지</a:t>
            </a:r>
            <a:endParaRPr lang="en-US" sz="2000" dirty="0"/>
          </a:p>
        </p:txBody>
      </p:sp>
      <p:sp>
        <p:nvSpPr>
          <p:cNvPr id="85" name="Text 82"/>
          <p:cNvSpPr txBox="1"/>
          <p:nvPr/>
        </p:nvSpPr>
        <p:spPr>
          <a:xfrm>
            <a:off x="7589520" y="24688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결제</a:t>
            </a:r>
            <a:endParaRPr lang="en-US" sz="2800" dirty="0"/>
          </a:p>
        </p:txBody>
      </p:sp>
      <p:sp>
        <p:nvSpPr>
          <p:cNvPr id="86" name="Text 83"/>
          <p:cNvSpPr txBox="1"/>
          <p:nvPr/>
        </p:nvSpPr>
        <p:spPr>
          <a:xfrm>
            <a:off x="7589520" y="25374600"/>
            <a:ext cx="6217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그리드로 상품 선택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 / 계좌이체, 거스름돈 자동 계산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즉시 재고 자동 차감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취소 시 재고 복구</a:t>
            </a:r>
            <a:endParaRPr lang="en-US" sz="2000" dirty="0"/>
          </a:p>
        </p:txBody>
      </p:sp>
      <p:sp>
        <p:nvSpPr>
          <p:cNvPr id="87" name="Text 84"/>
          <p:cNvSpPr txBox="1"/>
          <p:nvPr/>
        </p:nvSpPr>
        <p:spPr>
          <a:xfrm>
            <a:off x="914400" y="27294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대시보드</a:t>
            </a:r>
            <a:endParaRPr lang="en-US" sz="2800" dirty="0"/>
          </a:p>
        </p:txBody>
      </p:sp>
      <p:sp>
        <p:nvSpPr>
          <p:cNvPr id="88" name="Text 85"/>
          <p:cNvSpPr txBox="1"/>
          <p:nvPr/>
        </p:nvSpPr>
        <p:spPr>
          <a:xfrm>
            <a:off x="914400" y="27980640"/>
            <a:ext cx="6217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</a:t>
            </a:r>
            <a:r>
              <a:rPr lang="en-US" sz="20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수단별</a:t>
            </a: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시간대별 피크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상품별 재고 소진율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Chart.js </a:t>
            </a:r>
            <a:r>
              <a:rPr lang="en-US" sz="20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</a:t>
            </a: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</a:t>
            </a: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내보내기</a:t>
            </a:r>
            <a:endParaRPr lang="en-US" sz="2000" dirty="0"/>
          </a:p>
        </p:txBody>
      </p:sp>
      <p:sp>
        <p:nvSpPr>
          <p:cNvPr id="89" name="Text 86"/>
          <p:cNvSpPr txBox="1"/>
          <p:nvPr/>
        </p:nvSpPr>
        <p:spPr>
          <a:xfrm>
            <a:off x="7589520" y="27294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공유 원칙</a:t>
            </a:r>
            <a:endParaRPr lang="en-US" sz="2800" dirty="0"/>
          </a:p>
        </p:txBody>
      </p:sp>
      <p:sp>
        <p:nvSpPr>
          <p:cNvPr id="90" name="Text 87"/>
          <p:cNvSpPr txBox="1"/>
          <p:nvPr/>
        </p:nvSpPr>
        <p:spPr>
          <a:xfrm>
            <a:off x="7589520" y="27980640"/>
            <a:ext cx="6217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주최자는 판매자가 동의한 범위만 열람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</a:t>
            </a: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DB 기록</a:t>
            </a:r>
            <a:endParaRPr lang="en-US" sz="2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판매자는 자기 부스 데이터 전체 관리</a:t>
            </a:r>
            <a:endParaRPr lang="en-US" sz="2000" dirty="0"/>
          </a:p>
        </p:txBody>
      </p:sp>
      <p:sp>
        <p:nvSpPr>
          <p:cNvPr id="91" name="shot_frame_1"/>
          <p:cNvSpPr/>
          <p:nvPr/>
        </p:nvSpPr>
        <p:spPr>
          <a:xfrm>
            <a:off x="14447520" y="21991320"/>
            <a:ext cx="6022238" cy="3177540"/>
          </a:xfrm>
          <a:prstGeom prst="roundRect">
            <a:avLst>
              <a:gd name="adj" fmla="val 345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shot_screen_1"/>
          <p:cNvSpPr/>
          <p:nvPr/>
        </p:nvSpPr>
        <p:spPr>
          <a:xfrm>
            <a:off x="14557248" y="22101048"/>
            <a:ext cx="5802782" cy="29580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0"/>
          <p:cNvSpPr txBox="1"/>
          <p:nvPr/>
        </p:nvSpPr>
        <p:spPr>
          <a:xfrm>
            <a:off x="14557248" y="22101048"/>
            <a:ext cx="5802782" cy="295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실행 화면 캡처 삽입</a:t>
            </a:r>
            <a:endParaRPr lang="en-US" sz="2000" dirty="0"/>
          </a:p>
        </p:txBody>
      </p:sp>
      <p:sp>
        <p:nvSpPr>
          <p:cNvPr id="94" name="Text 91"/>
          <p:cNvSpPr txBox="1"/>
          <p:nvPr/>
        </p:nvSpPr>
        <p:spPr>
          <a:xfrm>
            <a:off x="14447520" y="25242012"/>
            <a:ext cx="60222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결제 화면</a:t>
            </a:r>
            <a:endParaRPr lang="en-US" sz="2000" dirty="0"/>
          </a:p>
        </p:txBody>
      </p:sp>
      <p:sp>
        <p:nvSpPr>
          <p:cNvPr id="95" name="shot_frame_2"/>
          <p:cNvSpPr/>
          <p:nvPr/>
        </p:nvSpPr>
        <p:spPr>
          <a:xfrm>
            <a:off x="14447520" y="25900380"/>
            <a:ext cx="6022238" cy="3177540"/>
          </a:xfrm>
          <a:prstGeom prst="roundRect">
            <a:avLst>
              <a:gd name="adj" fmla="val 345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6" name="shot_screen_2"/>
          <p:cNvSpPr/>
          <p:nvPr/>
        </p:nvSpPr>
        <p:spPr>
          <a:xfrm>
            <a:off x="14557248" y="26010108"/>
            <a:ext cx="5802782" cy="29580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 txBox="1"/>
          <p:nvPr/>
        </p:nvSpPr>
        <p:spPr>
          <a:xfrm>
            <a:off x="14557248" y="26010108"/>
            <a:ext cx="5802782" cy="2958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실행 화면 캡처 삽입</a:t>
            </a:r>
            <a:endParaRPr lang="en-US" sz="2000" dirty="0"/>
          </a:p>
        </p:txBody>
      </p:sp>
      <p:sp>
        <p:nvSpPr>
          <p:cNvPr id="98" name="Text 95"/>
          <p:cNvSpPr txBox="1"/>
          <p:nvPr/>
        </p:nvSpPr>
        <p:spPr>
          <a:xfrm>
            <a:off x="14447520" y="29151072"/>
            <a:ext cx="60222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대시보드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413</Words>
  <Application>Microsoft Office PowerPoint</Application>
  <PresentationFormat>사용자 지정</PresentationFormat>
  <Paragraphs>125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POSPICK 졸업작품 판넬</dc:title>
  <dc:subject>PptxGenJS Presentation</dc:subject>
  <dc:creator>김진서</dc:creator>
  <cp:lastModifiedBy>진서 김</cp:lastModifiedBy>
  <cp:revision>3</cp:revision>
  <dcterms:created xsi:type="dcterms:W3CDTF">2026-10-11T06:52:09Z</dcterms:created>
  <dcterms:modified xsi:type="dcterms:W3CDTF">2026-10-12T08:06:18Z</dcterms:modified>
</cp:coreProperties>
</file>